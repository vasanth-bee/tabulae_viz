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441D292-5B17-4C3A-AFEB-AB744E3DF6A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My_project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EC1A91C-6454-46D1-984C-CBBE48ACD77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2/15/2022 11:04:34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BF0B7425-36BE-49D7-9CAE-97C1391CCC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2022-02-15T17:34:34Z</dcterms:created>
  <dcterms:modified xsi:type="dcterms:W3CDTF">2022-02-15T17:34:34Z</dcterms:modified>
</cp:coreProperties>
</file>